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12192000"/>
  <p:embeddedFontLst>
    <p:embeddedFont>
      <p:font typeface="Red Hat Text" panose="020B0604020202020204" charset="0"/>
      <p:regular r:id="rId5"/>
    </p:embeddedFont>
    <p:embeddedFont>
      <p:font typeface="Roboto Bold" panose="020B0604020202020204" charset="0"/>
      <p:regular r:id="rId6"/>
    </p:embeddedFont>
    <p:embeddedFont>
      <p:font typeface="Roboto Light" panose="02000000000000000000" pitchFamily="2" charset="0"/>
      <p:regular r:id="rId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27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2108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My Heart. My Promise.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279326"/>
            <a:ext cx="10795524" cy="328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Create a Personalized Heart Promise Poster</a:t>
            </a:r>
            <a:endParaRPr lang="en-US" sz="2050" dirty="0"/>
          </a:p>
        </p:txBody>
      </p:sp>
      <p:sp>
        <p:nvSpPr>
          <p:cNvPr id="5" name="Shape 3"/>
          <p:cNvSpPr/>
          <p:nvPr/>
        </p:nvSpPr>
        <p:spPr>
          <a:xfrm>
            <a:off x="597480" y="1949946"/>
            <a:ext cx="5428618" cy="4235946"/>
          </a:xfrm>
          <a:prstGeom prst="roundRect">
            <a:avLst>
              <a:gd name="adj" fmla="val 494"/>
            </a:avLst>
          </a:prstGeom>
          <a:solidFill>
            <a:srgbClr val="F5A3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7078" y="2061567"/>
            <a:ext cx="514942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7077" y="2493245"/>
            <a:ext cx="5149424" cy="136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13360" indent="-213360" algn="l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Doctor enters name, clinic/hospital details and uploads a photograph.</a:t>
            </a:r>
            <a:endParaRPr lang="en-US" sz="1600" dirty="0"/>
          </a:p>
          <a:p>
            <a:pPr marL="213360" indent="-213360" algn="l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platform displays </a:t>
            </a:r>
            <a:r>
              <a:rPr lang="en-US" sz="16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 heart-healthy promises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600" dirty="0"/>
          </a:p>
          <a:p>
            <a:pPr marL="213360" indent="-213360" algn="l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Doctor selects </a:t>
            </a:r>
            <a:r>
              <a:rPr lang="en-US" sz="16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any 10 promises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they personally want to endorse.</a:t>
            </a:r>
            <a:endParaRPr lang="en-US" sz="1600" dirty="0"/>
          </a:p>
          <a:p>
            <a:pPr marL="213360" indent="-213360" algn="l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customized World Heart Day poster is generated.</a:t>
            </a:r>
            <a:endParaRPr lang="en-US" sz="1600" dirty="0"/>
          </a:p>
          <a:p>
            <a:pPr marL="213360" indent="-213360" algn="l">
              <a:lnSpc>
                <a:spcPct val="120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Poster features the </a:t>
            </a:r>
            <a:r>
              <a:rPr lang="en-US" sz="16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doctor's photo, name, clinic information and selected promises</a:t>
            </a: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72552" y="2061567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Possible Heart Promises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72552" y="2392561"/>
            <a:ext cx="2557895" cy="484584"/>
          </a:xfrm>
          <a:prstGeom prst="roundRect">
            <a:avLst>
              <a:gd name="adj" fmla="val 4322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12149" y="2532162"/>
            <a:ext cx="22787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Stay Active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42065" y="2392561"/>
            <a:ext cx="2557895" cy="484584"/>
          </a:xfrm>
          <a:prstGeom prst="roundRect">
            <a:avLst>
              <a:gd name="adj" fmla="val 4322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81662" y="2532162"/>
            <a:ext cx="22787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Eat Heart-Healthy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552" y="2988766"/>
            <a:ext cx="2557895" cy="484584"/>
          </a:xfrm>
          <a:prstGeom prst="roundRect">
            <a:avLst>
              <a:gd name="adj" fmla="val 4322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12149" y="3128367"/>
            <a:ext cx="22787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Manage Stress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42065" y="2988766"/>
            <a:ext cx="2557895" cy="484584"/>
          </a:xfrm>
          <a:prstGeom prst="roundRect">
            <a:avLst>
              <a:gd name="adj" fmla="val 4322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81662" y="3128367"/>
            <a:ext cx="22787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Sleep Well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72552" y="3584972"/>
            <a:ext cx="2557895" cy="484584"/>
          </a:xfrm>
          <a:prstGeom prst="roundRect">
            <a:avLst>
              <a:gd name="adj" fmla="val 4322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12149" y="3724573"/>
            <a:ext cx="22787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Avoid Tobacco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42065" y="3584972"/>
            <a:ext cx="2557895" cy="484584"/>
          </a:xfrm>
          <a:prstGeom prst="roundRect">
            <a:avLst>
              <a:gd name="adj" fmla="val 4322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81662" y="3724573"/>
            <a:ext cx="22787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Regular Health Checks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72552" y="4181177"/>
            <a:ext cx="2557895" cy="484584"/>
          </a:xfrm>
          <a:prstGeom prst="roundRect">
            <a:avLst>
              <a:gd name="adj" fmla="val 4322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12149" y="4320778"/>
            <a:ext cx="22787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Control BP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42065" y="4181177"/>
            <a:ext cx="2557895" cy="484584"/>
          </a:xfrm>
          <a:prstGeom prst="roundRect">
            <a:avLst>
              <a:gd name="adj" fmla="val 4322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081662" y="4320778"/>
            <a:ext cx="22787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Stay Hydrated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72552" y="4777383"/>
            <a:ext cx="2557895" cy="484584"/>
          </a:xfrm>
          <a:prstGeom prst="roundRect">
            <a:avLst>
              <a:gd name="adj" fmla="val 4322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12149" y="4916984"/>
            <a:ext cx="22787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Healthy Weight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942065" y="4777383"/>
            <a:ext cx="2557895" cy="484584"/>
          </a:xfrm>
          <a:prstGeom prst="roundRect">
            <a:avLst>
              <a:gd name="adj" fmla="val 4322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081662" y="4916984"/>
            <a:ext cx="2278700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Reduce Salt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72552" y="5387578"/>
            <a:ext cx="5227408" cy="1234895"/>
          </a:xfrm>
          <a:prstGeom prst="roundRect">
            <a:avLst>
              <a:gd name="adj" fmla="val 3114"/>
            </a:avLst>
          </a:prstGeom>
          <a:solidFill>
            <a:srgbClr val="FAD1D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149" y="5557838"/>
            <a:ext cx="174521" cy="13960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726268" y="5522913"/>
            <a:ext cx="4634094" cy="40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Final Output:</a:t>
            </a:r>
            <a:r>
              <a:rPr lang="en-US" sz="14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Personalized digital poster that doctors can share with patients, post on social media/WhatsApp or display at their clinic.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384" y="261640"/>
            <a:ext cx="4397463" cy="6596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120</Words>
  <Application>Microsoft Office PowerPoint</Application>
  <PresentationFormat>Widescreen</PresentationFormat>
  <Paragraphs>22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Red Hat Text</vt:lpstr>
      <vt:lpstr>Roboto Bold</vt:lpstr>
      <vt:lpstr>Arial</vt:lpstr>
      <vt:lpstr>Roboto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Swarnimtouch</cp:lastModifiedBy>
  <cp:revision>9</cp:revision>
  <dcterms:created xsi:type="dcterms:W3CDTF">2026-08-11T07:42:44Z</dcterms:created>
  <dcterms:modified xsi:type="dcterms:W3CDTF">2026-10-14T09:46:56Z</dcterms:modified>
</cp:coreProperties>
</file>